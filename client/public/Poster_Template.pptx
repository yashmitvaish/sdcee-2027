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7" r:id="rId2"/>
  </p:sldIdLst>
  <p:sldSz cx="32918400" cy="43891200"/>
  <p:notesSz cx="6858000" cy="9144000"/>
  <p:defaultTextStyle>
    <a:defPPr>
      <a:defRPr lang="en-US"/>
    </a:defPPr>
    <a:lvl1pPr marL="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30" d="100"/>
          <a:sy n="30" d="100"/>
        </p:scale>
        <p:origin x="744" y="19"/>
      </p:cViewPr>
      <p:guideLst>
        <p:guide orient="horz" pos="13824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0" y="7183123"/>
            <a:ext cx="24688800" cy="15280640"/>
          </a:xfrm>
        </p:spPr>
        <p:txBody>
          <a:bodyPr anchor="b"/>
          <a:lstStyle>
            <a:lvl1pPr algn="ctr">
              <a:defRPr sz="16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6480"/>
            </a:lvl1pPr>
            <a:lvl2pPr marL="1234440" indent="0" algn="ctr">
              <a:buNone/>
              <a:defRPr sz="5400"/>
            </a:lvl2pPr>
            <a:lvl3pPr marL="2468880" indent="0" algn="ctr">
              <a:buNone/>
              <a:defRPr sz="4860"/>
            </a:lvl3pPr>
            <a:lvl4pPr marL="3703320" indent="0" algn="ctr">
              <a:buNone/>
              <a:defRPr sz="4320"/>
            </a:lvl4pPr>
            <a:lvl5pPr marL="4937760" indent="0" algn="ctr">
              <a:buNone/>
              <a:defRPr sz="4320"/>
            </a:lvl5pPr>
            <a:lvl6pPr marL="6172200" indent="0" algn="ctr">
              <a:buNone/>
              <a:defRPr sz="4320"/>
            </a:lvl6pPr>
            <a:lvl7pPr marL="7406640" indent="0" algn="ctr">
              <a:buNone/>
              <a:defRPr sz="4320"/>
            </a:lvl7pPr>
            <a:lvl8pPr marL="8641080" indent="0" algn="ctr">
              <a:buNone/>
              <a:defRPr sz="4320"/>
            </a:lvl8pPr>
            <a:lvl9pPr marL="9875520" indent="0" algn="ctr">
              <a:buNone/>
              <a:defRPr sz="4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9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7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5" y="10942326"/>
            <a:ext cx="28392120" cy="18257517"/>
          </a:xfrm>
        </p:spPr>
        <p:txBody>
          <a:bodyPr anchor="b"/>
          <a:lstStyle>
            <a:lvl1pPr>
              <a:defRPr sz="16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5" y="29372566"/>
            <a:ext cx="28392120" cy="9601197"/>
          </a:xfrm>
        </p:spPr>
        <p:txBody>
          <a:bodyPr/>
          <a:lstStyle>
            <a:lvl1pPr marL="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1pPr>
            <a:lvl2pPr marL="123444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2pPr>
            <a:lvl3pPr marL="2468880" indent="0">
              <a:buNone/>
              <a:defRPr sz="4860">
                <a:solidFill>
                  <a:schemeClr val="tx1">
                    <a:tint val="75000"/>
                  </a:schemeClr>
                </a:solidFill>
              </a:defRPr>
            </a:lvl3pPr>
            <a:lvl4pPr marL="370332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4pPr>
            <a:lvl5pPr marL="49377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5pPr>
            <a:lvl6pPr marL="617220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6pPr>
            <a:lvl7pPr marL="740664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7pPr>
            <a:lvl8pPr marL="864108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8pPr>
            <a:lvl9pPr marL="987552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3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1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03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29" y="10759443"/>
            <a:ext cx="13926025" cy="5273037"/>
          </a:xfrm>
        </p:spPr>
        <p:txBody>
          <a:bodyPr anchor="b"/>
          <a:lstStyle>
            <a:lvl1pPr marL="0" indent="0">
              <a:buNone/>
              <a:defRPr sz="6480" b="1"/>
            </a:lvl1pPr>
            <a:lvl2pPr marL="1234440" indent="0">
              <a:buNone/>
              <a:defRPr sz="5400" b="1"/>
            </a:lvl2pPr>
            <a:lvl3pPr marL="2468880" indent="0">
              <a:buNone/>
              <a:defRPr sz="4860" b="1"/>
            </a:lvl3pPr>
            <a:lvl4pPr marL="3703320" indent="0">
              <a:buNone/>
              <a:defRPr sz="4320" b="1"/>
            </a:lvl4pPr>
            <a:lvl5pPr marL="4937760" indent="0">
              <a:buNone/>
              <a:defRPr sz="4320" b="1"/>
            </a:lvl5pPr>
            <a:lvl6pPr marL="6172200" indent="0">
              <a:buNone/>
              <a:defRPr sz="4320" b="1"/>
            </a:lvl6pPr>
            <a:lvl7pPr marL="7406640" indent="0">
              <a:buNone/>
              <a:defRPr sz="4320" b="1"/>
            </a:lvl7pPr>
            <a:lvl8pPr marL="8641080" indent="0">
              <a:buNone/>
              <a:defRPr sz="4320" b="1"/>
            </a:lvl8pPr>
            <a:lvl9pPr marL="9875520" indent="0">
              <a:buNone/>
              <a:defRPr sz="4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29" y="16032480"/>
            <a:ext cx="13926025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0" y="10759443"/>
            <a:ext cx="13994608" cy="5273037"/>
          </a:xfrm>
        </p:spPr>
        <p:txBody>
          <a:bodyPr anchor="b"/>
          <a:lstStyle>
            <a:lvl1pPr marL="0" indent="0">
              <a:buNone/>
              <a:defRPr sz="6480" b="1"/>
            </a:lvl1pPr>
            <a:lvl2pPr marL="1234440" indent="0">
              <a:buNone/>
              <a:defRPr sz="5400" b="1"/>
            </a:lvl2pPr>
            <a:lvl3pPr marL="2468880" indent="0">
              <a:buNone/>
              <a:defRPr sz="4860" b="1"/>
            </a:lvl3pPr>
            <a:lvl4pPr marL="3703320" indent="0">
              <a:buNone/>
              <a:defRPr sz="4320" b="1"/>
            </a:lvl4pPr>
            <a:lvl5pPr marL="4937760" indent="0">
              <a:buNone/>
              <a:defRPr sz="4320" b="1"/>
            </a:lvl5pPr>
            <a:lvl6pPr marL="6172200" indent="0">
              <a:buNone/>
              <a:defRPr sz="4320" b="1"/>
            </a:lvl6pPr>
            <a:lvl7pPr marL="7406640" indent="0">
              <a:buNone/>
              <a:defRPr sz="4320" b="1"/>
            </a:lvl7pPr>
            <a:lvl8pPr marL="8641080" indent="0">
              <a:buNone/>
              <a:defRPr sz="4320" b="1"/>
            </a:lvl8pPr>
            <a:lvl9pPr marL="9875520" indent="0">
              <a:buNone/>
              <a:defRPr sz="4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0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1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07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9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9" y="2926080"/>
            <a:ext cx="10617040" cy="10241280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23"/>
            <a:ext cx="16664940" cy="31191200"/>
          </a:xfrm>
        </p:spPr>
        <p:txBody>
          <a:bodyPr/>
          <a:lstStyle>
            <a:lvl1pPr>
              <a:defRPr sz="8640"/>
            </a:lvl1pPr>
            <a:lvl2pPr>
              <a:defRPr sz="7560"/>
            </a:lvl2pPr>
            <a:lvl3pPr>
              <a:defRPr sz="648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9" y="13167360"/>
            <a:ext cx="10617040" cy="24394163"/>
          </a:xfrm>
        </p:spPr>
        <p:txBody>
          <a:bodyPr/>
          <a:lstStyle>
            <a:lvl1pPr marL="0" indent="0">
              <a:buNone/>
              <a:defRPr sz="4320"/>
            </a:lvl1pPr>
            <a:lvl2pPr marL="1234440" indent="0">
              <a:buNone/>
              <a:defRPr sz="3780"/>
            </a:lvl2pPr>
            <a:lvl3pPr marL="2468880" indent="0">
              <a:buNone/>
              <a:defRPr sz="3240"/>
            </a:lvl3pPr>
            <a:lvl4pPr marL="3703320" indent="0">
              <a:buNone/>
              <a:defRPr sz="2700"/>
            </a:lvl4pPr>
            <a:lvl5pPr marL="4937760" indent="0">
              <a:buNone/>
              <a:defRPr sz="2700"/>
            </a:lvl5pPr>
            <a:lvl6pPr marL="6172200" indent="0">
              <a:buNone/>
              <a:defRPr sz="2700"/>
            </a:lvl6pPr>
            <a:lvl7pPr marL="7406640" indent="0">
              <a:buNone/>
              <a:defRPr sz="2700"/>
            </a:lvl7pPr>
            <a:lvl8pPr marL="8641080" indent="0">
              <a:buNone/>
              <a:defRPr sz="2700"/>
            </a:lvl8pPr>
            <a:lvl9pPr marL="9875520" indent="0">
              <a:buNone/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4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9" y="2926080"/>
            <a:ext cx="10617040" cy="10241280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994608" y="6319523"/>
            <a:ext cx="16664940" cy="31191200"/>
          </a:xfrm>
        </p:spPr>
        <p:txBody>
          <a:bodyPr/>
          <a:lstStyle>
            <a:lvl1pPr marL="0" indent="0">
              <a:buNone/>
              <a:defRPr sz="8640"/>
            </a:lvl1pPr>
            <a:lvl2pPr marL="1234440" indent="0">
              <a:buNone/>
              <a:defRPr sz="7560"/>
            </a:lvl2pPr>
            <a:lvl3pPr marL="2468880" indent="0">
              <a:buNone/>
              <a:defRPr sz="6480"/>
            </a:lvl3pPr>
            <a:lvl4pPr marL="3703320" indent="0">
              <a:buNone/>
              <a:defRPr sz="5400"/>
            </a:lvl4pPr>
            <a:lvl5pPr marL="4937760" indent="0">
              <a:buNone/>
              <a:defRPr sz="5400"/>
            </a:lvl5pPr>
            <a:lvl6pPr marL="6172200" indent="0">
              <a:buNone/>
              <a:defRPr sz="5400"/>
            </a:lvl6pPr>
            <a:lvl7pPr marL="7406640" indent="0">
              <a:buNone/>
              <a:defRPr sz="5400"/>
            </a:lvl7pPr>
            <a:lvl8pPr marL="8641080" indent="0">
              <a:buNone/>
              <a:defRPr sz="5400"/>
            </a:lvl8pPr>
            <a:lvl9pPr marL="9875520" indent="0">
              <a:buNone/>
              <a:defRPr sz="5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9" y="13167360"/>
            <a:ext cx="10617040" cy="24394163"/>
          </a:xfrm>
        </p:spPr>
        <p:txBody>
          <a:bodyPr/>
          <a:lstStyle>
            <a:lvl1pPr marL="0" indent="0">
              <a:buNone/>
              <a:defRPr sz="4320"/>
            </a:lvl1pPr>
            <a:lvl2pPr marL="1234440" indent="0">
              <a:buNone/>
              <a:defRPr sz="3780"/>
            </a:lvl2pPr>
            <a:lvl3pPr marL="2468880" indent="0">
              <a:buNone/>
              <a:defRPr sz="3240"/>
            </a:lvl3pPr>
            <a:lvl4pPr marL="3703320" indent="0">
              <a:buNone/>
              <a:defRPr sz="2700"/>
            </a:lvl4pPr>
            <a:lvl5pPr marL="4937760" indent="0">
              <a:buNone/>
              <a:defRPr sz="2700"/>
            </a:lvl5pPr>
            <a:lvl6pPr marL="6172200" indent="0">
              <a:buNone/>
              <a:defRPr sz="2700"/>
            </a:lvl6pPr>
            <a:lvl7pPr marL="7406640" indent="0">
              <a:buNone/>
              <a:defRPr sz="2700"/>
            </a:lvl7pPr>
            <a:lvl8pPr marL="8641080" indent="0">
              <a:buNone/>
              <a:defRPr sz="2700"/>
            </a:lvl8pPr>
            <a:lvl9pPr marL="9875520" indent="0">
              <a:buNone/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1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80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0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0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3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03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43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F20B4-5003-4A58-B625-63CD23B9E670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43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43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9DC59-192B-4DE8-9EC8-421180BC88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6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2468880" rtl="0" eaLnBrk="1" latinLnBrk="0" hangingPunct="1">
        <a:lnSpc>
          <a:spcPct val="90000"/>
        </a:lnSpc>
        <a:spcBef>
          <a:spcPct val="0"/>
        </a:spcBef>
        <a:buNone/>
        <a:defRPr sz="11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7220" indent="-617220" algn="l" defTabSz="246888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85166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555498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78942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802386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925830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1049274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2pPr>
      <a:lvl3pPr marL="246888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3pPr>
      <a:lvl4pPr marL="370332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17220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740664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864108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987552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BC590C-4F18-DB08-420F-7ED65E7C38B9}"/>
              </a:ext>
            </a:extLst>
          </p:cNvPr>
          <p:cNvCxnSpPr/>
          <p:nvPr/>
        </p:nvCxnSpPr>
        <p:spPr>
          <a:xfrm flipV="1">
            <a:off x="704435" y="4671961"/>
            <a:ext cx="31078256" cy="11346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3">
            <a:extLst>
              <a:ext uri="{FF2B5EF4-FFF2-40B4-BE49-F238E27FC236}">
                <a16:creationId xmlns:a16="http://schemas.microsoft.com/office/drawing/2014/main" id="{8E09143C-ADC9-C18B-717F-C418FC72F34C}"/>
              </a:ext>
            </a:extLst>
          </p:cNvPr>
          <p:cNvSpPr txBox="1">
            <a:spLocks/>
          </p:cNvSpPr>
          <p:nvPr/>
        </p:nvSpPr>
        <p:spPr bwMode="auto">
          <a:xfrm>
            <a:off x="4529387" y="338655"/>
            <a:ext cx="24586769" cy="2053118"/>
          </a:xfrm>
          <a:prstGeom prst="rect">
            <a:avLst/>
          </a:prstGeom>
          <a:ln w="57150">
            <a:solidFill>
              <a:srgbClr val="002060"/>
            </a:solidFill>
            <a:prstDash val="sysDash"/>
          </a:ln>
        </p:spPr>
        <p:txBody>
          <a:bodyPr vert="horz" lIns="91440" tIns="45720" rIns="91440" bIns="45720" rtlCol="0" anchor="t">
            <a:noAutofit/>
          </a:bodyPr>
          <a:lstStyle>
            <a:lvl1pPr algn="l" defTabSz="32917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329175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Title: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AD06BD33-EF01-85CD-C496-A7C981669A6F}"/>
              </a:ext>
            </a:extLst>
          </p:cNvPr>
          <p:cNvSpPr txBox="1">
            <a:spLocks/>
          </p:cNvSpPr>
          <p:nvPr/>
        </p:nvSpPr>
        <p:spPr bwMode="auto">
          <a:xfrm>
            <a:off x="5138072" y="2419623"/>
            <a:ext cx="22611247" cy="2510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329175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329175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329175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329175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329175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329175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329175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329175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329175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291758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AD8F67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b="1" dirty="0">
                <a:solidFill>
                  <a:srgbClr val="29293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Authors and affiliations</a:t>
            </a:r>
            <a:endParaRPr kumimoji="0" lang="en-IN" sz="3200" b="0" i="0" u="none" strike="noStrike" kern="1200" cap="none" spc="0" normalizeH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3291758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AD8F67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3200" baseline="0" dirty="0">
                <a:solidFill>
                  <a:srgbClr val="29293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E-mail: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12FD83-7CDE-2D90-65A9-74ECAF8BC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657" y="477529"/>
            <a:ext cx="3574800" cy="35748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C0DA9E-39FA-56E2-0FF9-59BA341A08AB}"/>
              </a:ext>
            </a:extLst>
          </p:cNvPr>
          <p:cNvCxnSpPr/>
          <p:nvPr/>
        </p:nvCxnSpPr>
        <p:spPr>
          <a:xfrm flipV="1">
            <a:off x="904568" y="43252717"/>
            <a:ext cx="31078256" cy="11346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E75DE67-EDF2-ED0E-709A-3575575A6E60}"/>
              </a:ext>
            </a:extLst>
          </p:cNvPr>
          <p:cNvSpPr txBox="1"/>
          <p:nvPr/>
        </p:nvSpPr>
        <p:spPr>
          <a:xfrm>
            <a:off x="5689599" y="43230800"/>
            <a:ext cx="22707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Your lab/institute details, (if required)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B26ABE0-8B1E-00AB-CFA5-814BA57AA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16157" y="86729"/>
            <a:ext cx="3574800" cy="4370521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98D2E03F-6BF3-8871-7BE3-FE92064C159D}"/>
              </a:ext>
            </a:extLst>
          </p:cNvPr>
          <p:cNvSpPr txBox="1"/>
          <p:nvPr/>
        </p:nvSpPr>
        <p:spPr>
          <a:xfrm>
            <a:off x="29877485" y="27226829"/>
            <a:ext cx="2196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1E5:1E5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M=4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6FB0ECD-3B69-0CD5-40A0-2121C060146B}"/>
              </a:ext>
            </a:extLst>
          </p:cNvPr>
          <p:cNvSpPr txBox="1"/>
          <p:nvPr/>
        </p:nvSpPr>
        <p:spPr>
          <a:xfrm>
            <a:off x="14971780" y="33677663"/>
            <a:ext cx="10529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Bijel</a:t>
            </a: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M=1</a:t>
            </a:r>
            <a:endParaRPr lang="en-IN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2CD68C1A-6B1C-0F2D-A3AF-37679729CC5D}"/>
              </a:ext>
            </a:extLst>
          </p:cNvPr>
          <p:cNvSpPr/>
          <p:nvPr/>
        </p:nvSpPr>
        <p:spPr>
          <a:xfrm>
            <a:off x="30265749" y="41131526"/>
            <a:ext cx="912751" cy="234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DE42378-1AEE-B070-2EE2-529F53EC0B4A}"/>
              </a:ext>
            </a:extLst>
          </p:cNvPr>
          <p:cNvSpPr/>
          <p:nvPr/>
        </p:nvSpPr>
        <p:spPr>
          <a:xfrm>
            <a:off x="30099000" y="37734787"/>
            <a:ext cx="1079500" cy="240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395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2214</TotalTime>
  <Words>25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chander shekhar</cp:lastModifiedBy>
  <cp:revision>44</cp:revision>
  <dcterms:created xsi:type="dcterms:W3CDTF">2018-03-14T14:54:19Z</dcterms:created>
  <dcterms:modified xsi:type="dcterms:W3CDTF">2026-08-14T11:10:30Z</dcterms:modified>
</cp:coreProperties>
</file>